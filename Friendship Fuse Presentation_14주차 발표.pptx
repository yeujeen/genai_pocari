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mUrQhF4poEWg97xxfWoS7cPKv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10" Type="http://schemas.openxmlformats.org/officeDocument/2006/relationships/image" Target="../media/image14.png"/><Relationship Id="rId9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624262" y="2282279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GEN AI POCARI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624262" y="2777579"/>
            <a:ext cx="519064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Friendship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Fuse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511662" y="4946654"/>
            <a:ext cx="4943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"너와 나를 섞으면 어떤 노래가 나올까?"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 AI 기반 음악 취향 매칭 &amp; 플레이리스트 생성기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14285" l="0" r="0" t="14285"/>
          <a:stretch/>
        </p:blipFill>
        <p:spPr>
          <a:xfrm>
            <a:off x="6381750" y="2119312"/>
            <a:ext cx="5334001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476250" y="2028825"/>
            <a:ext cx="56007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'우리'를 위한 플레이리스트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76250" y="28765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핵심 컨셉:</a:t>
            </a: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두 사용자의 음악 취향 교집합을 시각화하고 최적의 결합 믹스를 자동 생성.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76250" y="4048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타겟 유저:</a:t>
            </a: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팀 프로젝트, 드라이브, 캠핑 등에서 음악을 통해 관계를 깊게 하고자 하는 2030 세대.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76250" y="52197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왜 AI인가? 단순 셔플이 아닌, 방대한 데이터 속에서 공통분모를 찾기 위함.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개요 (Overview)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67025"/>
            <a:ext cx="35559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867025"/>
            <a:ext cx="35559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867025"/>
            <a:ext cx="3556099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771525" y="3714750"/>
            <a:ext cx="20402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공유에 대한 두려움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71525" y="4114800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"내 취향을 이상하게 생각하면 어쩌지?" 개인 플레이리스트 공유 전 존재하는 심리적 장벽.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613225" y="3714750"/>
            <a:ext cx="185023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공통 BGM의 부재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613225" y="4114800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드라이브나 작업 중, 한 사람에게만 익숙한 노래는 분위기를 망치거나 소외감을 줄 수 있음.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54925" y="3714750"/>
            <a:ext cx="1260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선곡 피로도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454925" y="4114800"/>
            <a:ext cx="2965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"이 노래 알아?" 서로의 라이브러리를 수동으로 대조하며 확인하는 비효율적인 과정.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181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1813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3181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문제점 (Pain Points)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67025"/>
            <a:ext cx="35559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867025"/>
            <a:ext cx="35559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867025"/>
            <a:ext cx="3556099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771525" y="3714750"/>
            <a:ext cx="22902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취향 매칭 (Matching)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71525" y="4114800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선호 아티스트/장르 입력 시 AI가 키워드와 무드 교집합을 분석하여 공통점을 도출.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4613225" y="3714750"/>
            <a:ext cx="16202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AI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613225" y="4114800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단순 메타데이터 매칭이 아닌, Google Gemini를 활용한 '무드'와 '맥락' 심층 분석.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454925" y="3714750"/>
            <a:ext cx="16402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FUSE 믹스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54925" y="4114800"/>
            <a:ext cx="2965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관계성에 기반한 스토리텔링 제목(예: 팀플 집중 모드)과 맞춤형 5곡의 트랙리스트 생성.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1813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1813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3181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핵심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571500" y="1000125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시스템 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71500" y="21812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1. 사용자 입력 (Input)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71500" y="26193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Next.js 프론트엔드에서 사용자별 취향 데이터를 수집.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71500" y="34004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2. AI 처리 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71500" y="38385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서버에서 최적화된 프롬프트와 함께 Gemini 1.5 Flash API 호출.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71500" y="46196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3. 결과 출력 (Output)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71500" y="50577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유사도 점수, 믹스 제목, 트랙리스트를 포함한 구조화된 JSON 데이터 반환.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 title="fadca7ac-93a6-426a-9c1e-7bcf92be009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975" y="939025"/>
            <a:ext cx="11007974" cy="526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138487"/>
            <a:ext cx="2595562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7562" y="3138487"/>
            <a:ext cx="2595562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138487"/>
            <a:ext cx="2595562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3138487"/>
            <a:ext cx="2595562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1309025" y="3919037"/>
            <a:ext cx="9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097756" y="4357687"/>
            <a:ext cx="1352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App Router &amp; SSR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4115276" y="3986212"/>
            <a:ext cx="10801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4169568" y="4357687"/>
            <a:ext cx="971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1.5 Flash 모델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936581" y="3986212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6898481" y="4357687"/>
            <a:ext cx="127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타입 안정성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9952910" y="3986212"/>
            <a:ext cx="9301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Tailwind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9884568" y="4357687"/>
            <a:ext cx="106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빠른 스타일링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1631" y="34528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7706" y="3452812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03306" y="34528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65568" y="34528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기술 스택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8847"/>
            <a:ext cx="4905375" cy="1129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8052"/>
            <a:ext cx="4905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571500" y="787747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데모 시나리오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7" name="Google Shape;18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8895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800100" y="2159347"/>
            <a:ext cx="47105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유저 A (인디 락) + 유저 B (K-Pop)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00100" y="2511772"/>
            <a:ext cx="44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입력: 자우림 , 실리카겔 vs 아이유, 르세라핌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847725" y="3946177"/>
            <a:ext cx="46105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유사도 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847725" y="4498627"/>
            <a:ext cx="4391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"미묘한 팝 감성 (Subtle Pop Sentiments)"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847725" y="4946302"/>
            <a:ext cx="461057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생성된 믹스 제목: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847725" y="5336827"/>
            <a:ext cx="4391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"마감 임박 집중력 향상 믹스"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7575" y="1136624"/>
            <a:ext cx="5862725" cy="47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825" y="-70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1455913" y="2116362"/>
            <a:ext cx="1809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422350" y="4403654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시간 절약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1422500" y="4921967"/>
            <a:ext cx="18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선곡 과정 단축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124301" y="2205806"/>
            <a:ext cx="1809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090962" y="4458653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속도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124451" y="4922425"/>
            <a:ext cx="18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AI 코딩 적극 활용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792839" y="2882400"/>
            <a:ext cx="194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&lt;2m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8826251" y="4295775"/>
            <a:ext cx="194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처리 시간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8792987" y="4921967"/>
            <a:ext cx="194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결과 생성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프로젝트 성과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66875"/>
            <a:ext cx="5334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66875"/>
            <a:ext cx="5334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/>
        </p:nvSpPr>
        <p:spPr>
          <a:xfrm>
            <a:off x="771525" y="3843337"/>
            <a:ext cx="37204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구조화된 출력 (Structured Output)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771525" y="42433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LLM 출력을 JSON 스키마로 강제하여 파싱 오류를 방지하고, 프론트엔드 차트 구현의 안정성을 확보했습니다.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6677025" y="3843337"/>
            <a:ext cx="30303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결과의 감성화 (Humanizing)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6677025" y="42433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단순 수치보다 AI가 생성한 창의적인 제목(스토리텔링)이 사용자의 공유 욕구와 감성적 만족도를 크게 높였습니다.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30993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3099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AI 개발 인사이트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386137"/>
            <a:ext cx="247263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490" y="3386137"/>
            <a:ext cx="247263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0730" y="3386137"/>
            <a:ext cx="247263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2970" y="3386137"/>
            <a:ext cx="247263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476250" y="4214812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617315" y="3386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514446" y="3767137"/>
            <a:ext cx="23962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1단계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571500" y="4243387"/>
            <a:ext cx="22821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MVP 런칭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피드백 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39555" y="3386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3436686" y="3767137"/>
            <a:ext cx="23962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2단계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3493740" y="4243387"/>
            <a:ext cx="22821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스포티파이/애플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API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461795" y="3386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358927" y="3767137"/>
            <a:ext cx="23962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3단계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6415980" y="4243387"/>
            <a:ext cx="22821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같이 듣기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0384035" y="3386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9281167" y="3767137"/>
            <a:ext cx="23962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4단계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9338220" y="4243387"/>
            <a:ext cx="22821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프리미엄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 B2B 모델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76250" y="476250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향후 로드맵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76250" y="127635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98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877692"/>
            <a:ext cx="3810000" cy="59620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4095750" y="1231552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4191000" y="2546002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5E5"/>
                </a:solidFill>
                <a:latin typeface="Arial"/>
                <a:ea typeface="Arial"/>
                <a:cs typeface="Arial"/>
                <a:sym typeface="Arial"/>
              </a:rPr>
              <a:t>"음악을 통해 우리의 이야기를 잇다"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4191000" y="5230117"/>
            <a:ext cx="3810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github.com/yeujeen/Friendship-Fuse-APP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4511040" y="3327052"/>
            <a:ext cx="17602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양영훈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4571990" y="3760305"/>
            <a:ext cx="167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github 관리,  백엔드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6682263" y="3327052"/>
            <a:ext cx="9801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박종호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705524" y="3731932"/>
            <a:ext cx="9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기획, 문서화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4335900" y="4423433"/>
            <a:ext cx="176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701969" y="4287142"/>
            <a:ext cx="17601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프론트엔드, AI활용, 고도화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